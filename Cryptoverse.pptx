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 Medium" pitchFamily="2" charset="0"/>
      <p:regular r:id="rId13"/>
    </p:embeddedFont>
    <p:embeddedFont>
      <p:font typeface="Inter" panose="020B0604020202020204" charset="0"/>
      <p:regular r:id="rId14"/>
    </p:embeddedFont>
    <p:embeddedFont>
      <p:font typeface="Tahoma" panose="020B0604030504040204" pitchFamily="34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0473A-4EA7-4471-82E3-37C1C93D6D16}" v="1" dt="2026-04-13T17:55:53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3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Rohith" userId="1ddfaa8c181d67d4" providerId="LiveId" clId="{2263F5A7-E849-4FB4-AA24-FDAFC711AEBD}"/>
    <pc:docChg chg="undo custSel addSld modSld sldOrd">
      <pc:chgData name="K Rohith" userId="1ddfaa8c181d67d4" providerId="LiveId" clId="{2263F5A7-E849-4FB4-AA24-FDAFC711AEBD}" dt="2026-04-13T17:55:06.115" v="39" actId="1076"/>
      <pc:docMkLst>
        <pc:docMk/>
      </pc:docMkLst>
      <pc:sldChg chg="addSp modSp new mod ord">
        <pc:chgData name="K Rohith" userId="1ddfaa8c181d67d4" providerId="LiveId" clId="{2263F5A7-E849-4FB4-AA24-FDAFC711AEBD}" dt="2026-04-13T17:55:06.115" v="39" actId="1076"/>
        <pc:sldMkLst>
          <pc:docMk/>
          <pc:sldMk cId="3080208280" sldId="265"/>
        </pc:sldMkLst>
        <pc:spChg chg="add mod">
          <ac:chgData name="K Rohith" userId="1ddfaa8c181d67d4" providerId="LiveId" clId="{2263F5A7-E849-4FB4-AA24-FDAFC711AEBD}" dt="2026-04-13T17:52:20.739" v="27" actId="1076"/>
          <ac:spMkLst>
            <pc:docMk/>
            <pc:sldMk cId="3080208280" sldId="265"/>
            <ac:spMk id="3" creationId="{39336B6E-AEE6-CB8B-0CD9-1969EA0412F0}"/>
          </ac:spMkLst>
        </pc:spChg>
        <pc:spChg chg="add mod">
          <ac:chgData name="K Rohith" userId="1ddfaa8c181d67d4" providerId="LiveId" clId="{2263F5A7-E849-4FB4-AA24-FDAFC711AEBD}" dt="2026-04-13T17:54:01.443" v="32" actId="1076"/>
          <ac:spMkLst>
            <pc:docMk/>
            <pc:sldMk cId="3080208280" sldId="265"/>
            <ac:spMk id="5" creationId="{43FAC4D9-B287-1008-3BCE-67DDF1885C65}"/>
          </ac:spMkLst>
        </pc:spChg>
        <pc:spChg chg="add mod">
          <ac:chgData name="K Rohith" userId="1ddfaa8c181d67d4" providerId="LiveId" clId="{2263F5A7-E849-4FB4-AA24-FDAFC711AEBD}" dt="2026-04-13T17:55:06.115" v="39" actId="1076"/>
          <ac:spMkLst>
            <pc:docMk/>
            <pc:sldMk cId="3080208280" sldId="265"/>
            <ac:spMk id="7" creationId="{E6BF02B0-1659-76EA-781F-9B665FC1781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823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ryptocurrencytrackerreport.netlify.app/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790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Cryptoverse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92799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modern, real-time web application for tracking the cryptocurrency market — prices, market cap, exchanges, and news, all in one place.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916567"/>
            <a:ext cx="1086326" cy="426244"/>
          </a:xfrm>
          <a:prstGeom prst="roundRect">
            <a:avLst>
              <a:gd name="adj" fmla="val 6386"/>
            </a:avLst>
          </a:prstGeom>
          <a:solidFill>
            <a:srgbClr val="110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29878" y="4984552"/>
            <a:ext cx="81414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993463" y="4908947"/>
            <a:ext cx="1752243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AC9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137172" y="4984552"/>
            <a:ext cx="146482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9536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Problem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00263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crypto market never sleeps — and neither does its complexity. Investors struggle to find a </a:t>
            </a: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single, intuitive platform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combines live prices, historical performance, and verified news without overwhelming complexity or poor mobile experience.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709392"/>
            <a:ext cx="3664744" cy="2032754"/>
          </a:xfrm>
          <a:prstGeom prst="roundRect">
            <a:avLst>
              <a:gd name="adj" fmla="val 1674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20604" y="39362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24/7 Volatility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4426625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 shift constantly, demanding always-on monitoring tools.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3709392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12162" y="39362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Overload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12162" y="4426625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platforms are cluttered and difficult to navigate.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968960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20604" y="61957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Poor Visualisation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20604" y="668619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clean, readable charts for quick trend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Objectives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Data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asset prices, volumes, and market cap via external APIs — always up to date.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479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Intuitive Visualisation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charts and a clean UI that make complex data instantly readable.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32143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Comprehensive Insights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exchange rankings and curated crypto news to support smarter decisions.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Cross-Platform First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fully responsive, mobile-first experience across all devices and screen sizes.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6643"/>
            <a:ext cx="67850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Features &amp; Highlights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4991" y="2077760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97097" y="2070735"/>
            <a:ext cx="30366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Live Market Monitoring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97097" y="2651879"/>
            <a:ext cx="7547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feeds for prices, market caps, and trading volumes.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4991" y="3475434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97097" y="3468410"/>
            <a:ext cx="37082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Currency Toggle (USD / INR)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297097" y="4049554"/>
            <a:ext cx="7547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Dynamically recalculates the entire dashboard on user selection.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4991" y="4873109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97097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7-Day Price Charts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297097" y="5447228"/>
            <a:ext cx="7547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Chart.js graphs for immediate trend visualisation.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4991" y="6270784"/>
            <a:ext cx="340162" cy="3401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97097" y="6263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Interactive Search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6297097" y="6844903"/>
            <a:ext cx="7547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and explore any asset instantly from the dashboard.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89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1343"/>
            <a:ext cx="6407944" cy="2411254"/>
          </a:xfrm>
          <a:prstGeom prst="roundRect">
            <a:avLst>
              <a:gd name="adj" fmla="val 1411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4270" y="2201823"/>
            <a:ext cx="6346984" cy="680442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621" y="2371844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3109079"/>
            <a:ext cx="29085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HTML5 + Tailwind CSS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Mobile-first structure with Glassmorphism and Dark Mode styling.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171343"/>
            <a:ext cx="6408063" cy="2411254"/>
          </a:xfrm>
          <a:prstGeom prst="roundRect">
            <a:avLst>
              <a:gd name="adj" fmla="val 1411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59027" y="2201823"/>
            <a:ext cx="6347103" cy="680442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2498" y="2371844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Vanilla JS (ES6+)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 data fetching, state management, and DOM rendering — no frameworks needed.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411254"/>
          </a:xfrm>
          <a:prstGeom prst="roundRect">
            <a:avLst>
              <a:gd name="adj" fmla="val 1411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24270" y="4839891"/>
            <a:ext cx="6346984" cy="680442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7621" y="5009912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084" y="5747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Chart.js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51084" y="623756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Aesthetic, canvas-rendered 7-day historical price graphs.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411254"/>
          </a:xfrm>
          <a:prstGeom prst="roundRect">
            <a:avLst>
              <a:gd name="adj" fmla="val 1411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459027" y="4839891"/>
            <a:ext cx="6347103" cy="680442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2498" y="5009912"/>
            <a:ext cx="340162" cy="3401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5842" y="5747147"/>
            <a:ext cx="45837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CoinGecko + CryptoCompare APIs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85842" y="6237565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data, exchange rankings, and live news aggregation.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71262"/>
            <a:ext cx="443019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Architecture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460" y="1401842"/>
            <a:ext cx="12227362" cy="55958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58065" y="2020354"/>
            <a:ext cx="2704830" cy="33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Client &amp; UI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0158065" y="2454629"/>
            <a:ext cx="2981324" cy="722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engine handling inputs with HTML/Tailwind UI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526652" y="3859638"/>
            <a:ext cx="2704830" cy="33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State &amp; API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490587" y="4293914"/>
            <a:ext cx="2740894" cy="722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AppState manages data from CoinGecko and CryptoCompare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158065" y="4929736"/>
            <a:ext cx="2704830" cy="33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Rendering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158065" y="5364012"/>
            <a:ext cx="2981324" cy="4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 injection and Chart.js for interactive visuals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01460" y="7153394"/>
            <a:ext cx="122273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layer is modular and decoupled — enabling smooth data flow from raw API responses to polished, interactive UI components without redundant network calls.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Built for Reliability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4568"/>
            <a:ext cx="2610088" cy="2849285"/>
          </a:xfrm>
          <a:prstGeom prst="roundRect">
            <a:avLst>
              <a:gd name="adj" fmla="val 1304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0604" y="3441382"/>
            <a:ext cx="21564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Error Handling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022527"/>
            <a:ext cx="215646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Gracefully alerts users to API rate limits or network failures — the DOM never crashes.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3630692" y="3214568"/>
            <a:ext cx="2610207" cy="2849285"/>
          </a:xfrm>
          <a:prstGeom prst="roundRect">
            <a:avLst>
              <a:gd name="adj" fmla="val 1304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57506" y="3441382"/>
            <a:ext cx="21565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State Caching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57506" y="4022527"/>
            <a:ext cx="215657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AppState prevents redundant API calls, keeping the experience fast and smooth.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467713" y="3214568"/>
            <a:ext cx="2610207" cy="2849285"/>
          </a:xfrm>
          <a:prstGeom prst="roundRect">
            <a:avLst>
              <a:gd name="adj" fmla="val 1304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94527" y="3441382"/>
            <a:ext cx="21565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CDN-Only Deps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94527" y="4022527"/>
            <a:ext cx="215657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node_modules required — runs directly from CDN links in any modern browser.</a:t>
            </a:r>
            <a:endParaRPr lang="en-US" sz="17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2536627"/>
            <a:ext cx="4205168" cy="4205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7106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Designed to Scale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275963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Cryptoverse's modular architecture — built on </a:t>
            </a:r>
            <a:r>
              <a:rPr lang="en-US" sz="17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AppState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reusable rendering functions — makes it straightforward to extend with new features like portfolio tracking, advanced charting, or alert systems, without rewriting the core logic.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4466392"/>
            <a:ext cx="7556421" cy="2052518"/>
          </a:xfrm>
          <a:prstGeom prst="roundRect">
            <a:avLst>
              <a:gd name="adj" fmla="val 1658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4810482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17306" y="4749879"/>
            <a:ext cx="659249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Its educational value is equally significant: the app demonstrates real-world asynchronous JavaScript, API integration, and responsive design in a single, clean codebase.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68881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51" y="1590675"/>
            <a:ext cx="4318397" cy="43183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05331" y="3185517"/>
            <a:ext cx="8420100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Cryptoverse delivers a </a:t>
            </a:r>
            <a:r>
              <a:rPr lang="en-US" sz="150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yet highly capable</a:t>
            </a: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solution for navigating the fast-moving world of digital assets. Combining modern web techniques — asynchronous JS, Tailwind CSS, and HTML5 Canvas — it is both a practical investor tool and a showcase of clean front-end architecture.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12351" y="6272212"/>
            <a:ext cx="4294227" cy="1388507"/>
          </a:xfrm>
          <a:prstGeom prst="roundRect">
            <a:avLst>
              <a:gd name="adj" fmla="val 790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9491" y="6272212"/>
            <a:ext cx="91440" cy="1388507"/>
          </a:xfrm>
          <a:prstGeom prst="roundRect">
            <a:avLst>
              <a:gd name="adj" fmla="val 31395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95124" y="648640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&amp; Reliable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95124" y="6882170"/>
            <a:ext cx="379726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data with fallback error handling.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68027" y="6272212"/>
            <a:ext cx="4294227" cy="1388507"/>
          </a:xfrm>
          <a:prstGeom prst="roundRect">
            <a:avLst>
              <a:gd name="adj" fmla="val 790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145167" y="6272212"/>
            <a:ext cx="91440" cy="1388507"/>
          </a:xfrm>
          <a:prstGeom prst="roundRect">
            <a:avLst>
              <a:gd name="adj" fmla="val 31395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50800" y="6486406"/>
            <a:ext cx="280249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Responsive &amp; Accessible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50800" y="6882170"/>
            <a:ext cx="379726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Flawless on mobile, tablet, and desktop.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623703" y="6272212"/>
            <a:ext cx="4294227" cy="1388507"/>
          </a:xfrm>
          <a:prstGeom prst="roundRect">
            <a:avLst>
              <a:gd name="adj" fmla="val 790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600843" y="6272212"/>
            <a:ext cx="91440" cy="1388507"/>
          </a:xfrm>
          <a:prstGeom prst="roundRect">
            <a:avLst>
              <a:gd name="adj" fmla="val 31395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906476" y="648640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Scalable by Design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906476" y="6882170"/>
            <a:ext cx="379726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codebase ready for future features.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336B6E-AEE6-CB8B-0CD9-1969EA0412F0}"/>
              </a:ext>
            </a:extLst>
          </p:cNvPr>
          <p:cNvSpPr txBox="1"/>
          <p:nvPr/>
        </p:nvSpPr>
        <p:spPr>
          <a:xfrm>
            <a:off x="5305925" y="1800544"/>
            <a:ext cx="7315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Thank You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AC4D9-B287-1008-3BCE-67DDF1885C65}"/>
              </a:ext>
            </a:extLst>
          </p:cNvPr>
          <p:cNvSpPr txBox="1"/>
          <p:nvPr/>
        </p:nvSpPr>
        <p:spPr>
          <a:xfrm>
            <a:off x="1314450" y="4314854"/>
            <a:ext cx="3246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/>
            <a:r>
              <a:rPr lang="en-US" sz="4400" b="1" spc="-5" dirty="0">
                <a:solidFill>
                  <a:schemeClr val="bg1"/>
                </a:solidFill>
                <a:effectLst/>
                <a:latin typeface="+mj-lt"/>
                <a:ea typeface="Tahoma" panose="020B0604030504040204" pitchFamily="34" charset="0"/>
              </a:rPr>
              <a:t>References</a:t>
            </a:r>
            <a:r>
              <a:rPr lang="en-US" sz="4400" b="1" spc="-5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 :</a:t>
            </a:r>
            <a:endParaRPr lang="en-US" sz="4400" spc="-5" dirty="0">
              <a:solidFill>
                <a:schemeClr val="bg1"/>
              </a:solidFill>
              <a:effectLst/>
              <a:latin typeface="Tahoma" panose="020B0604030504040204" pitchFamily="34" charset="0"/>
              <a:ea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F02B0-1659-76EA-781F-9B665FC17817}"/>
              </a:ext>
            </a:extLst>
          </p:cNvPr>
          <p:cNvSpPr txBox="1"/>
          <p:nvPr/>
        </p:nvSpPr>
        <p:spPr>
          <a:xfrm>
            <a:off x="4732020" y="4407186"/>
            <a:ext cx="83896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hlinkClick r:id="rId2"/>
              </a:rPr>
              <a:t>https://cryptocurrencytrackerreport.netlify.app/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208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579</Words>
  <Application>Microsoft Office PowerPoint</Application>
  <PresentationFormat>Custom</PresentationFormat>
  <Paragraphs>77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DM Sans Medium</vt:lpstr>
      <vt:lpstr>Arial</vt:lpstr>
      <vt:lpstr>Inter</vt:lpstr>
      <vt:lpstr>Instrument Sans Semi Bold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 Rohith</cp:lastModifiedBy>
  <cp:revision>1</cp:revision>
  <dcterms:created xsi:type="dcterms:W3CDTF">2026-04-13T17:46:15Z</dcterms:created>
  <dcterms:modified xsi:type="dcterms:W3CDTF">2026-04-13T17:56:04Z</dcterms:modified>
</cp:coreProperties>
</file>